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png" ContentType="image/png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theme/theme2.xml" ContentType="application/vnd.openxmlformats-officedocument.theme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Google Shape;58;g34b5f058528_0_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b5f058528_0_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Google Shape;63;g34b5f058528_0_1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b5f058528_0_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" name="Google Shape;68;g34b5f058528_0_1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b5f058528_0_1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g34b5f058528_0_2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b5f058528_0_2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" name="Google Shape;78;g34b5f058528_0_3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b5f058528_0_3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" name="Google Shape;85;g34b5f058528_0_43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b5f058528_0_4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Google Shape;90;g34b5f058528_0_4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b5f058528_0_4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Google Shape;95;g34b5f058528_0_56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b5f058528_0_5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Google Shape;100;g34b5f058528_0_6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b5f058528_0_6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" name="Google Shape;107;g34b5f058528_0_7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b5f058528_0_7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Google Shape;112;g34b5f058528_0_7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b5f058528_0_7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" name="Google Shape;117;g34b5f058528_0_8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b5f058528_0_8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Google Shape;122;g34b5f058528_0_9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b5f058528_0_9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Google Shape;127;g34b5f058528_0_96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b5f058528_0_9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2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5" name="Google Shape;15;p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" name="Google Shape;22;p5"/>
          <p:cNvSpPr txBox="1"/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5"/>
          <p:cNvSpPr txBox="1"/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7"/>
          <p:cNvSpPr txBox="1"/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9"/>
          <p:cNvSpPr txBox="1"/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9"/>
          <p:cNvSpPr txBox="1"/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" name="Google Shape;43;p1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1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0250409_162017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3997" cy="514796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 bwMode="auto">
          <a:xfrm>
            <a:off x="0" y="4179300"/>
            <a:ext cx="4353300" cy="9642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6" name="Google Shape;56;p13"/>
          <p:cNvSpPr txBox="1"/>
          <p:nvPr/>
        </p:nvSpPr>
        <p:spPr bwMode="auto">
          <a:xfrm>
            <a:off x="0" y="4420200"/>
            <a:ext cx="4286400" cy="616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300">
                <a:solidFill>
                  <a:schemeClr val="dk2"/>
                </a:solidFill>
                <a:latin typeface="Verdana"/>
                <a:ea typeface="Verdana"/>
                <a:cs typeface="Verdana"/>
              </a:rPr>
              <a:t>ул. Александра Матросова</a:t>
            </a:r>
            <a:endParaRPr sz="2300">
              <a:solidFill>
                <a:schemeClr val="dk2"/>
              </a:solidFill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0250409_162523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-4463"/>
            <a:ext cx="9144003" cy="5147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20250409_162633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66099" y="0"/>
            <a:ext cx="9210097" cy="518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20250409_163219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988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" name="Google Shape;76;p17" title="20250409_164255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20" y="0"/>
            <a:ext cx="9144018" cy="51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" name="Google Shape;81;p18" title="20250409_164538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4003" cy="51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/>
          <p:nvPr/>
        </p:nvSpPr>
        <p:spPr bwMode="auto">
          <a:xfrm>
            <a:off x="0" y="4183775"/>
            <a:ext cx="4353300" cy="9642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3" name="Google Shape;83;p18"/>
          <p:cNvSpPr txBox="1"/>
          <p:nvPr/>
        </p:nvSpPr>
        <p:spPr bwMode="auto">
          <a:xfrm>
            <a:off x="218700" y="4357775"/>
            <a:ext cx="4018199" cy="616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900">
                <a:solidFill>
                  <a:schemeClr val="dk2"/>
                </a:solidFill>
                <a:latin typeface="Verdana"/>
                <a:ea typeface="Verdana"/>
                <a:cs typeface="Verdana"/>
              </a:rPr>
              <a:t>ул. Победы</a:t>
            </a:r>
            <a:endParaRPr sz="2900">
              <a:solidFill>
                <a:schemeClr val="dk2"/>
              </a:solidFill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" name="Google Shape;88;p19" title="20250409_164733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21297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" name="Google Shape;93;p20" title="20250409_170709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4003" cy="5147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" name="Google Shape;98;p21" title="20250409_170622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4003" cy="5147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" name="Google Shape;103;p22" title="20250409_170009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4003" cy="51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/>
          <p:nvPr/>
        </p:nvSpPr>
        <p:spPr bwMode="auto">
          <a:xfrm>
            <a:off x="0" y="4183775"/>
            <a:ext cx="4353300" cy="9642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5" name="Google Shape;105;p22"/>
          <p:cNvSpPr txBox="1"/>
          <p:nvPr/>
        </p:nvSpPr>
        <p:spPr bwMode="auto">
          <a:xfrm>
            <a:off x="0" y="4357775"/>
            <a:ext cx="4353300" cy="616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500">
                <a:solidFill>
                  <a:schemeClr val="dk2"/>
                </a:solidFill>
                <a:latin typeface="Verdana"/>
                <a:ea typeface="Verdana"/>
                <a:cs typeface="Verdana"/>
              </a:rPr>
              <a:t>Станция метро “Победа”</a:t>
            </a:r>
            <a:endParaRPr sz="2500">
              <a:solidFill>
                <a:schemeClr val="dk2"/>
              </a:solidFill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" name="Google Shape;110;p23" title="20250409_170354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3997" cy="5147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" name="Google Shape;115;p24" title="20250409_170243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" name="Google Shape;120;p25" title="20250409_170220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3997" cy="5147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" name="Google Shape;125;p26" title="20250409_170051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262249" cy="521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" name="Google Shape;130;p27" title="20250409_170133.jp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9143997" cy="5147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wipe dir="r"/>
      </p:transition>
    </mc:Choice>
    <mc:Fallback>
      <p:transition spd="slow" advClick="1">
        <p:wipe dir="r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ONLYOFFICE/8.3.1.25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